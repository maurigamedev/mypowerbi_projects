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3D3B"/>
    <a:srgbClr val="706D54"/>
    <a:srgbClr val="7C4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793978-4011-4DDE-8656-C3456C045F67}" v="8" dt="2025-11-20T15:16:40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9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e Brewer" userId="ee71cd19-29ec-4785-b19c-cb9b15122852" providerId="ADAL" clId="{804477C8-C36E-4187-8C9B-252A280A4358}"/>
    <pc:docChg chg="undo custSel modSld">
      <pc:chgData name="Maurice Brewer" userId="ee71cd19-29ec-4785-b19c-cb9b15122852" providerId="ADAL" clId="{804477C8-C36E-4187-8C9B-252A280A4358}" dt="2025-11-20T15:18:01.127" v="109" actId="1076"/>
      <pc:docMkLst>
        <pc:docMk/>
      </pc:docMkLst>
      <pc:sldChg chg="addSp delSp modSp mod">
        <pc:chgData name="Maurice Brewer" userId="ee71cd19-29ec-4785-b19c-cb9b15122852" providerId="ADAL" clId="{804477C8-C36E-4187-8C9B-252A280A4358}" dt="2025-11-20T15:18:01.127" v="109" actId="1076"/>
        <pc:sldMkLst>
          <pc:docMk/>
          <pc:sldMk cId="2571054164" sldId="256"/>
        </pc:sldMkLst>
        <pc:spChg chg="add mod ord">
          <ac:chgData name="Maurice Brewer" userId="ee71cd19-29ec-4785-b19c-cb9b15122852" providerId="ADAL" clId="{804477C8-C36E-4187-8C9B-252A280A4358}" dt="2025-11-20T15:10:46.600" v="53" actId="14100"/>
          <ac:spMkLst>
            <pc:docMk/>
            <pc:sldMk cId="2571054164" sldId="256"/>
            <ac:spMk id="2" creationId="{13606B1B-8B20-DCBD-4CDC-268101F29D87}"/>
          </ac:spMkLst>
        </pc:spChg>
        <pc:spChg chg="mod">
          <ac:chgData name="Maurice Brewer" userId="ee71cd19-29ec-4785-b19c-cb9b15122852" providerId="ADAL" clId="{804477C8-C36E-4187-8C9B-252A280A4358}" dt="2025-11-20T15:12:11.306" v="65"/>
          <ac:spMkLst>
            <pc:docMk/>
            <pc:sldMk cId="2571054164" sldId="256"/>
            <ac:spMk id="5" creationId="{4A89CE5C-1CC8-B466-19D3-775CBA394EA3}"/>
          </ac:spMkLst>
        </pc:spChg>
        <pc:spChg chg="mod">
          <ac:chgData name="Maurice Brewer" userId="ee71cd19-29ec-4785-b19c-cb9b15122852" providerId="ADAL" clId="{804477C8-C36E-4187-8C9B-252A280A4358}" dt="2025-11-20T15:12:11.306" v="65"/>
          <ac:spMkLst>
            <pc:docMk/>
            <pc:sldMk cId="2571054164" sldId="256"/>
            <ac:spMk id="6" creationId="{C188360F-7F80-F6CD-F33B-051274BAC6B2}"/>
          </ac:spMkLst>
        </pc:spChg>
        <pc:spChg chg="mod">
          <ac:chgData name="Maurice Brewer" userId="ee71cd19-29ec-4785-b19c-cb9b15122852" providerId="ADAL" clId="{804477C8-C36E-4187-8C9B-252A280A4358}" dt="2025-11-20T15:12:22.181" v="68"/>
          <ac:spMkLst>
            <pc:docMk/>
            <pc:sldMk cId="2571054164" sldId="256"/>
            <ac:spMk id="8" creationId="{97E502D5-F098-3A7D-C6AD-95DF4AFCB316}"/>
          </ac:spMkLst>
        </pc:spChg>
        <pc:spChg chg="mod">
          <ac:chgData name="Maurice Brewer" userId="ee71cd19-29ec-4785-b19c-cb9b15122852" providerId="ADAL" clId="{804477C8-C36E-4187-8C9B-252A280A4358}" dt="2025-11-20T15:12:22.181" v="68"/>
          <ac:spMkLst>
            <pc:docMk/>
            <pc:sldMk cId="2571054164" sldId="256"/>
            <ac:spMk id="9" creationId="{316C0B6B-143D-6E30-7F4A-E542E79279F5}"/>
          </ac:spMkLst>
        </pc:spChg>
        <pc:spChg chg="mod">
          <ac:chgData name="Maurice Brewer" userId="ee71cd19-29ec-4785-b19c-cb9b15122852" providerId="ADAL" clId="{804477C8-C36E-4187-8C9B-252A280A4358}" dt="2025-11-20T15:12:25.442" v="70"/>
          <ac:spMkLst>
            <pc:docMk/>
            <pc:sldMk cId="2571054164" sldId="256"/>
            <ac:spMk id="11" creationId="{419D47B9-2FFE-F01F-58DB-4B9CF9077CB4}"/>
          </ac:spMkLst>
        </pc:spChg>
        <pc:spChg chg="mod">
          <ac:chgData name="Maurice Brewer" userId="ee71cd19-29ec-4785-b19c-cb9b15122852" providerId="ADAL" clId="{804477C8-C36E-4187-8C9B-252A280A4358}" dt="2025-11-20T15:12:25.442" v="70"/>
          <ac:spMkLst>
            <pc:docMk/>
            <pc:sldMk cId="2571054164" sldId="256"/>
            <ac:spMk id="12" creationId="{0F27A74F-ECC5-524D-3BEF-0C74B985DFE7}"/>
          </ac:spMkLst>
        </pc:spChg>
        <pc:spChg chg="mod">
          <ac:chgData name="Maurice Brewer" userId="ee71cd19-29ec-4785-b19c-cb9b15122852" providerId="ADAL" clId="{804477C8-C36E-4187-8C9B-252A280A4358}" dt="2025-11-19T20:57:33.832" v="30" actId="14861"/>
          <ac:spMkLst>
            <pc:docMk/>
            <pc:sldMk cId="2571054164" sldId="256"/>
            <ac:spMk id="14" creationId="{0D9CDAD7-DF66-E937-A6F6-A1DD68D627A2}"/>
          </ac:spMkLst>
        </pc:spChg>
        <pc:spChg chg="mod">
          <ac:chgData name="Maurice Brewer" userId="ee71cd19-29ec-4785-b19c-cb9b15122852" providerId="ADAL" clId="{804477C8-C36E-4187-8C9B-252A280A4358}" dt="2025-11-19T20:57:41.680" v="31" actId="1076"/>
          <ac:spMkLst>
            <pc:docMk/>
            <pc:sldMk cId="2571054164" sldId="256"/>
            <ac:spMk id="15" creationId="{B1EB53BB-C99F-7F47-0FF8-F1D768567B8E}"/>
          </ac:spMkLst>
        </pc:spChg>
        <pc:spChg chg="mod">
          <ac:chgData name="Maurice Brewer" userId="ee71cd19-29ec-4785-b19c-cb9b15122852" providerId="ADAL" clId="{804477C8-C36E-4187-8C9B-252A280A4358}" dt="2025-11-19T20:57:00.813" v="24" actId="14861"/>
          <ac:spMkLst>
            <pc:docMk/>
            <pc:sldMk cId="2571054164" sldId="256"/>
            <ac:spMk id="17" creationId="{03250164-2983-C83F-47D7-50576CCF67CF}"/>
          </ac:spMkLst>
        </pc:spChg>
        <pc:spChg chg="mod">
          <ac:chgData name="Maurice Brewer" userId="ee71cd19-29ec-4785-b19c-cb9b15122852" providerId="ADAL" clId="{804477C8-C36E-4187-8C9B-252A280A4358}" dt="2025-11-19T20:57:10.158" v="26" actId="1076"/>
          <ac:spMkLst>
            <pc:docMk/>
            <pc:sldMk cId="2571054164" sldId="256"/>
            <ac:spMk id="18" creationId="{C9C469D0-3C31-7423-8CA6-603F47AA5E52}"/>
          </ac:spMkLst>
        </pc:spChg>
        <pc:spChg chg="mod">
          <ac:chgData name="Maurice Brewer" userId="ee71cd19-29ec-4785-b19c-cb9b15122852" providerId="ADAL" clId="{804477C8-C36E-4187-8C9B-252A280A4358}" dt="2025-11-20T15:15:31.161" v="84" actId="207"/>
          <ac:spMkLst>
            <pc:docMk/>
            <pc:sldMk cId="2571054164" sldId="256"/>
            <ac:spMk id="20" creationId="{D16A08B4-6456-6A21-9CA2-485C9DF10909}"/>
          </ac:spMkLst>
        </pc:spChg>
        <pc:spChg chg="mod">
          <ac:chgData name="Maurice Brewer" userId="ee71cd19-29ec-4785-b19c-cb9b15122852" providerId="ADAL" clId="{804477C8-C36E-4187-8C9B-252A280A4358}" dt="2025-11-20T15:15:31.161" v="84" actId="207"/>
          <ac:spMkLst>
            <pc:docMk/>
            <pc:sldMk cId="2571054164" sldId="256"/>
            <ac:spMk id="21" creationId="{00E0C204-36EF-E674-931C-BC1BF1A23063}"/>
          </ac:spMkLst>
        </pc:spChg>
        <pc:spChg chg="add mod">
          <ac:chgData name="Maurice Brewer" userId="ee71cd19-29ec-4785-b19c-cb9b15122852" providerId="ADAL" clId="{804477C8-C36E-4187-8C9B-252A280A4358}" dt="2025-11-20T15:16:33.648" v="94" actId="14861"/>
          <ac:spMkLst>
            <pc:docMk/>
            <pc:sldMk cId="2571054164" sldId="256"/>
            <ac:spMk id="22" creationId="{0164EE30-DC88-DAC3-B625-CAB7E1F0A390}"/>
          </ac:spMkLst>
        </pc:spChg>
        <pc:spChg chg="add mod">
          <ac:chgData name="Maurice Brewer" userId="ee71cd19-29ec-4785-b19c-cb9b15122852" providerId="ADAL" clId="{804477C8-C36E-4187-8C9B-252A280A4358}" dt="2025-11-20T15:18:01.127" v="109" actId="1076"/>
          <ac:spMkLst>
            <pc:docMk/>
            <pc:sldMk cId="2571054164" sldId="256"/>
            <ac:spMk id="23" creationId="{36F92B0D-AE49-C12B-CB7C-33357D4F92BE}"/>
          </ac:spMkLst>
        </pc:spChg>
        <pc:spChg chg="mod">
          <ac:chgData name="Maurice Brewer" userId="ee71cd19-29ec-4785-b19c-cb9b15122852" providerId="ADAL" clId="{804477C8-C36E-4187-8C9B-252A280A4358}" dt="2025-11-19T20:57:55.756" v="33"/>
          <ac:spMkLst>
            <pc:docMk/>
            <pc:sldMk cId="2571054164" sldId="256"/>
            <ac:spMk id="25" creationId="{2B89BE04-38A5-6601-ACDD-DAF7A181E3D1}"/>
          </ac:spMkLst>
        </pc:spChg>
        <pc:spChg chg="mod">
          <ac:chgData name="Maurice Brewer" userId="ee71cd19-29ec-4785-b19c-cb9b15122852" providerId="ADAL" clId="{804477C8-C36E-4187-8C9B-252A280A4358}" dt="2025-11-19T20:58:10.542" v="37" actId="1076"/>
          <ac:spMkLst>
            <pc:docMk/>
            <pc:sldMk cId="2571054164" sldId="256"/>
            <ac:spMk id="26" creationId="{39DCCB91-2DC8-F8AF-4714-588565FAA32F}"/>
          </ac:spMkLst>
        </pc:spChg>
        <pc:spChg chg="mod">
          <ac:chgData name="Maurice Brewer" userId="ee71cd19-29ec-4785-b19c-cb9b15122852" providerId="ADAL" clId="{804477C8-C36E-4187-8C9B-252A280A4358}" dt="2025-11-19T20:58:17.565" v="41"/>
          <ac:spMkLst>
            <pc:docMk/>
            <pc:sldMk cId="2571054164" sldId="256"/>
            <ac:spMk id="28" creationId="{77A03278-9F1A-E0E4-BB5F-FDA2D62776B2}"/>
          </ac:spMkLst>
        </pc:spChg>
        <pc:spChg chg="mod">
          <ac:chgData name="Maurice Brewer" userId="ee71cd19-29ec-4785-b19c-cb9b15122852" providerId="ADAL" clId="{804477C8-C36E-4187-8C9B-252A280A4358}" dt="2025-11-19T20:58:17.565" v="41"/>
          <ac:spMkLst>
            <pc:docMk/>
            <pc:sldMk cId="2571054164" sldId="256"/>
            <ac:spMk id="29" creationId="{A2CFEE40-68E7-0E87-5011-FE5C199D8938}"/>
          </ac:spMkLst>
        </pc:spChg>
        <pc:spChg chg="mod">
          <ac:chgData name="Maurice Brewer" userId="ee71cd19-29ec-4785-b19c-cb9b15122852" providerId="ADAL" clId="{804477C8-C36E-4187-8C9B-252A280A4358}" dt="2025-11-19T20:58:21.838" v="43"/>
          <ac:spMkLst>
            <pc:docMk/>
            <pc:sldMk cId="2571054164" sldId="256"/>
            <ac:spMk id="31" creationId="{4D06B748-99C6-F3F5-CD0E-3326FA65FFFD}"/>
          </ac:spMkLst>
        </pc:spChg>
        <pc:spChg chg="mod">
          <ac:chgData name="Maurice Brewer" userId="ee71cd19-29ec-4785-b19c-cb9b15122852" providerId="ADAL" clId="{804477C8-C36E-4187-8C9B-252A280A4358}" dt="2025-11-19T20:58:21.838" v="43"/>
          <ac:spMkLst>
            <pc:docMk/>
            <pc:sldMk cId="2571054164" sldId="256"/>
            <ac:spMk id="32" creationId="{2CEB6128-7BE8-001C-E0DC-34AEFC9073AD}"/>
          </ac:spMkLst>
        </pc:spChg>
        <pc:spChg chg="mod">
          <ac:chgData name="Maurice Brewer" userId="ee71cd19-29ec-4785-b19c-cb9b15122852" providerId="ADAL" clId="{804477C8-C36E-4187-8C9B-252A280A4358}" dt="2025-11-19T20:58:26.034" v="45"/>
          <ac:spMkLst>
            <pc:docMk/>
            <pc:sldMk cId="2571054164" sldId="256"/>
            <ac:spMk id="34" creationId="{1CDA303D-812D-4A22-B954-8DC4783E6D13}"/>
          </ac:spMkLst>
        </pc:spChg>
        <pc:spChg chg="mod">
          <ac:chgData name="Maurice Brewer" userId="ee71cd19-29ec-4785-b19c-cb9b15122852" providerId="ADAL" clId="{804477C8-C36E-4187-8C9B-252A280A4358}" dt="2025-11-19T20:58:26.034" v="45"/>
          <ac:spMkLst>
            <pc:docMk/>
            <pc:sldMk cId="2571054164" sldId="256"/>
            <ac:spMk id="35" creationId="{E43E6C96-FEB1-2CC6-CC02-6D4CE312A784}"/>
          </ac:spMkLst>
        </pc:spChg>
        <pc:grpChg chg="add mod">
          <ac:chgData name="Maurice Brewer" userId="ee71cd19-29ec-4785-b19c-cb9b15122852" providerId="ADAL" clId="{804477C8-C36E-4187-8C9B-252A280A4358}" dt="2025-11-20T15:12:46.509" v="75" actId="1076"/>
          <ac:grpSpMkLst>
            <pc:docMk/>
            <pc:sldMk cId="2571054164" sldId="256"/>
            <ac:grpSpMk id="3" creationId="{99A87FDE-5E87-3B3B-F2D4-46697238A8BD}"/>
          </ac:grpSpMkLst>
        </pc:grpChg>
        <pc:grpChg chg="add mod">
          <ac:chgData name="Maurice Brewer" userId="ee71cd19-29ec-4785-b19c-cb9b15122852" providerId="ADAL" clId="{804477C8-C36E-4187-8C9B-252A280A4358}" dt="2025-11-20T15:12:38.441" v="73" actId="554"/>
          <ac:grpSpMkLst>
            <pc:docMk/>
            <pc:sldMk cId="2571054164" sldId="256"/>
            <ac:grpSpMk id="4" creationId="{65C0E2F4-5E6B-51B4-82D5-23C58E4D6FD7}"/>
          </ac:grpSpMkLst>
        </pc:grpChg>
        <pc:grpChg chg="del">
          <ac:chgData name="Maurice Brewer" userId="ee71cd19-29ec-4785-b19c-cb9b15122852" providerId="ADAL" clId="{804477C8-C36E-4187-8C9B-252A280A4358}" dt="2025-11-19T20:58:13.756" v="38" actId="478"/>
          <ac:grpSpMkLst>
            <pc:docMk/>
            <pc:sldMk cId="2571054164" sldId="256"/>
            <ac:grpSpMk id="4" creationId="{F2E9DCE9-536D-F6A1-725C-7D8598A7A75F}"/>
          </ac:grpSpMkLst>
        </pc:grpChg>
        <pc:grpChg chg="del">
          <ac:chgData name="Maurice Brewer" userId="ee71cd19-29ec-4785-b19c-cb9b15122852" providerId="ADAL" clId="{804477C8-C36E-4187-8C9B-252A280A4358}" dt="2025-11-19T20:58:14.460" v="39" actId="478"/>
          <ac:grpSpMkLst>
            <pc:docMk/>
            <pc:sldMk cId="2571054164" sldId="256"/>
            <ac:grpSpMk id="7" creationId="{65D9C97D-99AE-DE58-794F-1057B8D4C96B}"/>
          </ac:grpSpMkLst>
        </pc:grpChg>
        <pc:grpChg chg="add mod">
          <ac:chgData name="Maurice Brewer" userId="ee71cd19-29ec-4785-b19c-cb9b15122852" providerId="ADAL" clId="{804477C8-C36E-4187-8C9B-252A280A4358}" dt="2025-11-20T15:12:38.441" v="73" actId="554"/>
          <ac:grpSpMkLst>
            <pc:docMk/>
            <pc:sldMk cId="2571054164" sldId="256"/>
            <ac:grpSpMk id="7" creationId="{F0C779B2-EE1A-28A6-6446-E60057A8DEAF}"/>
          </ac:grpSpMkLst>
        </pc:grpChg>
        <pc:grpChg chg="add mod">
          <ac:chgData name="Maurice Brewer" userId="ee71cd19-29ec-4785-b19c-cb9b15122852" providerId="ADAL" clId="{804477C8-C36E-4187-8C9B-252A280A4358}" dt="2025-11-20T15:12:38.441" v="73" actId="554"/>
          <ac:grpSpMkLst>
            <pc:docMk/>
            <pc:sldMk cId="2571054164" sldId="256"/>
            <ac:grpSpMk id="10" creationId="{2337B0D5-3B3F-34B1-3919-B728F733C98B}"/>
          </ac:grpSpMkLst>
        </pc:grpChg>
        <pc:grpChg chg="del">
          <ac:chgData name="Maurice Brewer" userId="ee71cd19-29ec-4785-b19c-cb9b15122852" providerId="ADAL" clId="{804477C8-C36E-4187-8C9B-252A280A4358}" dt="2025-11-19T20:58:14.901" v="40" actId="478"/>
          <ac:grpSpMkLst>
            <pc:docMk/>
            <pc:sldMk cId="2571054164" sldId="256"/>
            <ac:grpSpMk id="10" creationId="{89A7D68D-4F77-238D-AB27-4E3490B6A6E3}"/>
          </ac:grpSpMkLst>
        </pc:grpChg>
        <pc:grpChg chg="mod">
          <ac:chgData name="Maurice Brewer" userId="ee71cd19-29ec-4785-b19c-cb9b15122852" providerId="ADAL" clId="{804477C8-C36E-4187-8C9B-252A280A4358}" dt="2025-11-20T15:12:38.441" v="73" actId="554"/>
          <ac:grpSpMkLst>
            <pc:docMk/>
            <pc:sldMk cId="2571054164" sldId="256"/>
            <ac:grpSpMk id="13" creationId="{9DCAE51C-007E-1693-2E60-21F546C26382}"/>
          </ac:grpSpMkLst>
        </pc:grpChg>
        <pc:grpChg chg="mod">
          <ac:chgData name="Maurice Brewer" userId="ee71cd19-29ec-4785-b19c-cb9b15122852" providerId="ADAL" clId="{804477C8-C36E-4187-8C9B-252A280A4358}" dt="2025-11-20T15:12:17.754" v="67" actId="553"/>
          <ac:grpSpMkLst>
            <pc:docMk/>
            <pc:sldMk cId="2571054164" sldId="256"/>
            <ac:grpSpMk id="16" creationId="{484EF51B-C057-39C6-5894-F827FD99795F}"/>
          </ac:grpSpMkLst>
        </pc:grpChg>
        <pc:grpChg chg="mod">
          <ac:chgData name="Maurice Brewer" userId="ee71cd19-29ec-4785-b19c-cb9b15122852" providerId="ADAL" clId="{804477C8-C36E-4187-8C9B-252A280A4358}" dt="2025-11-20T15:15:31.161" v="84" actId="207"/>
          <ac:grpSpMkLst>
            <pc:docMk/>
            <pc:sldMk cId="2571054164" sldId="256"/>
            <ac:grpSpMk id="19" creationId="{9ADFD8E5-FDF8-9B9D-2929-C321DC389EA8}"/>
          </ac:grpSpMkLst>
        </pc:grpChg>
        <pc:grpChg chg="del">
          <ac:chgData name="Maurice Brewer" userId="ee71cd19-29ec-4785-b19c-cb9b15122852" providerId="ADAL" clId="{804477C8-C36E-4187-8C9B-252A280A4358}" dt="2025-11-19T20:57:52.681" v="32" actId="478"/>
          <ac:grpSpMkLst>
            <pc:docMk/>
            <pc:sldMk cId="2571054164" sldId="256"/>
            <ac:grpSpMk id="22" creationId="{63DBCC90-F63F-2B72-B0CD-481853060F50}"/>
          </ac:grpSpMkLst>
        </pc:grpChg>
        <pc:grpChg chg="add del mod">
          <ac:chgData name="Maurice Brewer" userId="ee71cd19-29ec-4785-b19c-cb9b15122852" providerId="ADAL" clId="{804477C8-C36E-4187-8C9B-252A280A4358}" dt="2025-11-20T15:12:07.651" v="62" actId="478"/>
          <ac:grpSpMkLst>
            <pc:docMk/>
            <pc:sldMk cId="2571054164" sldId="256"/>
            <ac:grpSpMk id="27" creationId="{39CA0BD9-C761-0E3D-6716-8A017A0EB837}"/>
          </ac:grpSpMkLst>
        </pc:grpChg>
        <pc:grpChg chg="add del mod">
          <ac:chgData name="Maurice Brewer" userId="ee71cd19-29ec-4785-b19c-cb9b15122852" providerId="ADAL" clId="{804477C8-C36E-4187-8C9B-252A280A4358}" dt="2025-11-20T15:12:08.927" v="64" actId="478"/>
          <ac:grpSpMkLst>
            <pc:docMk/>
            <pc:sldMk cId="2571054164" sldId="256"/>
            <ac:grpSpMk id="30" creationId="{CD65A1DC-364C-B390-F9F1-B76E21566F18}"/>
          </ac:grpSpMkLst>
        </pc:grpChg>
        <pc:grpChg chg="add del mod">
          <ac:chgData name="Maurice Brewer" userId="ee71cd19-29ec-4785-b19c-cb9b15122852" providerId="ADAL" clId="{804477C8-C36E-4187-8C9B-252A280A4358}" dt="2025-11-20T15:12:08.346" v="63" actId="478"/>
          <ac:grpSpMkLst>
            <pc:docMk/>
            <pc:sldMk cId="2571054164" sldId="256"/>
            <ac:grpSpMk id="33" creationId="{C298D5BE-B30C-688E-621D-B12D5B1C5BE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81FA-C3B9-C620-5BC5-CC9035EC6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BB204-63B6-EBB9-40F5-096FE6440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5C0FB-D7AE-13D9-CA1F-E4CF24FD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0E2F4-A57E-3FE7-B3B4-7E16C480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8942-4B07-4114-CECD-96EE3ED0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6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1594-6931-2D33-40CE-077CF04F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561E9-1841-8352-CC6C-F97EBB537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6D5A5-4A96-88A6-8211-3F43E71D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5445-0E58-B6EA-E407-C3855F67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1B0DB-47EC-4824-37BB-8B91E179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3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B9B4-815E-9DB1-D523-18E51453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70A64-024C-0EDA-EDFE-71D6AED7D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A103-0BBC-702B-AE17-45E1726F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EFA94-2678-B61D-705D-2FB6BFFA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8EBAA-6AB8-E42F-A4C3-CE429311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F196-5310-4FDD-91AD-5F4DA610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88923-153D-5734-C20F-1227AD16F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26501-000F-37C8-4D9C-13CFCAF06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8EC00-0C5B-3A48-91A1-9B5522D1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ED47E-D07E-B96E-BCFB-E2996746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D9D08-14C9-EBB3-B022-3C839E54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1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4427-527B-2ACE-8286-D210119B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CAED4-2E55-B4D1-97E0-47745C3B5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49DE4-527E-5B49-C754-77D89719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573D2-09B5-1DFE-C4BF-E81C2D773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12B8F-9930-C3A9-0DE4-4DBA17EE5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39F3D-9D1D-D8EB-8C1A-54F2FABF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D63C6-7F86-A901-A0D8-BD70EB40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ECC8E-5CFF-A71C-6C8B-152F6ED9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1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E528-5FA6-2BB8-A1DE-6A23CA5B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0D4A5-99E1-11A9-1120-9DA8E004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BC795-9E24-FB06-BF96-7B29F63E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5B9CB-7F1E-94F7-D2F2-ABD7535B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75BC5-CBC8-A1D8-0CA8-354FCDFF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F3108-5654-8279-8F4C-B197E2CB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AB2E4-8EA1-84C5-D75B-25A279AA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35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603F-30DC-9DC3-1650-DFFD00FA7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92640-0008-4B56-A9B7-13BA6FA22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CED4F-0DCB-77A9-5E6B-A9B18ACAE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9219D-038D-F0CD-EC8D-53B51A41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A15D5-1543-53B2-769E-A35A8D1D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D318E-CE79-3997-5E93-5A6049A5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7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1165-9983-241C-2FD6-4F1FD7E3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6FC31-9505-9B66-13CB-65B2EE363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7FFFC-7F53-4934-9F55-A0A040F8C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224AE-1446-8585-A98F-FC1FBACB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10884-3BD4-02D4-14A9-358DE1A39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2F24C-B4D8-B355-EB23-CAC10376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9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CEDC-B4C0-5BBE-39D0-2E4F9018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7AD1C-7B29-2B90-0F40-01CEA872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8FCE4-42F3-8A11-5E00-B97ED143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F2227-A644-5D54-0B33-77AA4917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DF528-6BE2-C8C2-73F4-0AD8A25F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2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E402D-3195-1965-C706-174833AD8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0B506-B8B6-997F-5ACC-B5469DAD3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19E00-F8F2-E92B-482D-34D60A22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0C8C0-BC6B-BEDE-2220-C8A83644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49DC-7EF9-6F45-F261-3BEB5959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8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6DD99-E297-7D4C-2133-0B6AAAAB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66CA-863C-A4F1-51FE-1449AEA66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56CC1-4CC9-D001-415A-FDE574E4A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05B47-8429-4715-95CE-580768E51DB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27C1-7254-C03F-0334-54BFFAD45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5556-C265-7FE9-5F09-CBE835B53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7B12B-9BBF-4802-B8A0-7F8443847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606B1B-8B20-DCBD-4CDC-268101F29D87}"/>
              </a:ext>
            </a:extLst>
          </p:cNvPr>
          <p:cNvSpPr/>
          <p:nvPr/>
        </p:nvSpPr>
        <p:spPr>
          <a:xfrm>
            <a:off x="1399032" y="183823"/>
            <a:ext cx="10634472" cy="6474152"/>
          </a:xfrm>
          <a:prstGeom prst="roundRect">
            <a:avLst>
              <a:gd name="adj" fmla="val 46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DCAE51C-007E-1693-2E60-21F546C26382}"/>
              </a:ext>
            </a:extLst>
          </p:cNvPr>
          <p:cNvGrpSpPr/>
          <p:nvPr/>
        </p:nvGrpSpPr>
        <p:grpSpPr>
          <a:xfrm>
            <a:off x="2505076" y="1568043"/>
            <a:ext cx="2126602" cy="1260000"/>
            <a:chOff x="3063240" y="1747151"/>
            <a:chExt cx="1800000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D9CDAD7-DF66-E937-A6F6-A1DD68D627A2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1EB53BB-C99F-7F47-0FF8-F1D768567B8E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4EF51B-C057-39C6-5894-F827FD99795F}"/>
              </a:ext>
            </a:extLst>
          </p:cNvPr>
          <p:cNvGrpSpPr/>
          <p:nvPr/>
        </p:nvGrpSpPr>
        <p:grpSpPr>
          <a:xfrm>
            <a:off x="2505076" y="3043963"/>
            <a:ext cx="9382124" cy="3461611"/>
            <a:chOff x="3063240" y="1747151"/>
            <a:chExt cx="1800000" cy="1260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250164-2983-C83F-47D7-50576CCF67CF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9C469D0-3C31-7423-8CA6-603F47AA5E52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DFD8E5-FDF8-9B9D-2929-C321DC389EA8}"/>
              </a:ext>
            </a:extLst>
          </p:cNvPr>
          <p:cNvGrpSpPr/>
          <p:nvPr/>
        </p:nvGrpSpPr>
        <p:grpSpPr>
          <a:xfrm>
            <a:off x="158496" y="108361"/>
            <a:ext cx="2087016" cy="6663914"/>
            <a:chOff x="3063240" y="1747151"/>
            <a:chExt cx="1800000" cy="1260000"/>
          </a:xfrm>
          <a:gradFill flip="none" rotWithShape="1">
            <a:gsLst>
              <a:gs pos="0">
                <a:srgbClr val="C9B194"/>
              </a:gs>
              <a:gs pos="80000">
                <a:srgbClr val="705F44"/>
              </a:gs>
            </a:gsLst>
            <a:lin ang="5400000" scaled="1"/>
            <a:tileRect/>
          </a:gra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16A08B4-6456-6A21-9CA2-485C9DF10909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0E0C204-36EF-E674-931C-BC1BF1A23063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9A87FDE-5E87-3B3B-F2D4-46697238A8BD}"/>
              </a:ext>
            </a:extLst>
          </p:cNvPr>
          <p:cNvGrpSpPr/>
          <p:nvPr/>
        </p:nvGrpSpPr>
        <p:grpSpPr>
          <a:xfrm>
            <a:off x="2505076" y="819922"/>
            <a:ext cx="6243514" cy="529314"/>
            <a:chOff x="3063240" y="1626225"/>
            <a:chExt cx="1800000" cy="138092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B89BE04-38A5-6601-ACDD-DAF7A181E3D1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9DCCB91-2DC8-F8AF-4714-588565FAA32F}"/>
                </a:ext>
              </a:extLst>
            </p:cNvPr>
            <p:cNvSpPr/>
            <p:nvPr/>
          </p:nvSpPr>
          <p:spPr>
            <a:xfrm>
              <a:off x="3063240" y="1626225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0E2F4-5E6B-51B4-82D5-23C58E4D6FD7}"/>
              </a:ext>
            </a:extLst>
          </p:cNvPr>
          <p:cNvGrpSpPr/>
          <p:nvPr/>
        </p:nvGrpSpPr>
        <p:grpSpPr>
          <a:xfrm>
            <a:off x="9760598" y="1568043"/>
            <a:ext cx="2126602" cy="1260000"/>
            <a:chOff x="3063240" y="1747151"/>
            <a:chExt cx="1800000" cy="1260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A89CE5C-1CC8-B466-19D3-775CBA394EA3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188360F-7F80-F6CD-F33B-051274BAC6B2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779B2-EE1A-28A6-6446-E60057A8DEAF}"/>
              </a:ext>
            </a:extLst>
          </p:cNvPr>
          <p:cNvGrpSpPr/>
          <p:nvPr/>
        </p:nvGrpSpPr>
        <p:grpSpPr>
          <a:xfrm>
            <a:off x="4923583" y="1568043"/>
            <a:ext cx="2126602" cy="1260000"/>
            <a:chOff x="3063240" y="1747151"/>
            <a:chExt cx="1800000" cy="1260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7E502D5-F098-3A7D-C6AD-95DF4AFCB316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16C0B6B-143D-6E30-7F4A-E542E79279F5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37B0D5-3B3F-34B1-3919-B728F733C98B}"/>
              </a:ext>
            </a:extLst>
          </p:cNvPr>
          <p:cNvGrpSpPr/>
          <p:nvPr/>
        </p:nvGrpSpPr>
        <p:grpSpPr>
          <a:xfrm>
            <a:off x="7342090" y="1568043"/>
            <a:ext cx="2126602" cy="1260000"/>
            <a:chOff x="3063240" y="1747151"/>
            <a:chExt cx="1800000" cy="12600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19D47B9-2FFE-F01F-58DB-4B9CF9077CB4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27A74F-ECC5-524D-3BEF-0C74B985DFE7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0164EE30-DC88-DAC3-B625-CAB7E1F0A390}"/>
              </a:ext>
            </a:extLst>
          </p:cNvPr>
          <p:cNvSpPr/>
          <p:nvPr/>
        </p:nvSpPr>
        <p:spPr>
          <a:xfrm>
            <a:off x="36576" y="573665"/>
            <a:ext cx="2358772" cy="2358772"/>
          </a:xfrm>
          <a:prstGeom prst="ellipse">
            <a:avLst/>
          </a:prstGeom>
          <a:solidFill>
            <a:srgbClr val="803D3B"/>
          </a:solidFill>
          <a:ln>
            <a:noFill/>
          </a:ln>
          <a:effectLst>
            <a:outerShdw blurRad="127000" dist="127000" dir="2700000" algn="tl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6F92B0D-AE49-C12B-CB7C-33357D4F92BE}"/>
              </a:ext>
            </a:extLst>
          </p:cNvPr>
          <p:cNvSpPr/>
          <p:nvPr/>
        </p:nvSpPr>
        <p:spPr>
          <a:xfrm>
            <a:off x="36576" y="573665"/>
            <a:ext cx="2358772" cy="2358772"/>
          </a:xfrm>
          <a:prstGeom prst="ellipse">
            <a:avLst/>
          </a:prstGeom>
          <a:solidFill>
            <a:srgbClr val="803D3B"/>
          </a:solidFill>
          <a:ln>
            <a:noFill/>
          </a:ln>
          <a:effectLst>
            <a:outerShdw blurRad="127000" dist="127000" dir="13500000" algn="br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5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Maurice Brewer</dc:creator>
  <cp:lastModifiedBy>Maurice Brewer</cp:lastModifiedBy>
  <cp:revision>1</cp:revision>
  <dcterms:created xsi:type="dcterms:W3CDTF">2025-11-19T20:47:47Z</dcterms:created>
  <dcterms:modified xsi:type="dcterms:W3CDTF">2025-11-20T15:18:09Z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043f10a-881e-4653-a55e-02ca2cc829dc_Enabled">
    <vt:lpwstr>true</vt:lpwstr>
  </property>
  <property fmtid="{D5CDD505-2E9C-101B-9397-08002B2CF9AE}" pid="3" name="MSIP_Label_9043f10a-881e-4653-a55e-02ca2cc829dc_SetDate">
    <vt:lpwstr>2025-11-19T20:48:00Z</vt:lpwstr>
  </property>
  <property fmtid="{D5CDD505-2E9C-101B-9397-08002B2CF9AE}" pid="4" name="MSIP_Label_9043f10a-881e-4653-a55e-02ca2cc829dc_Method">
    <vt:lpwstr>Standard</vt:lpwstr>
  </property>
  <property fmtid="{D5CDD505-2E9C-101B-9397-08002B2CF9AE}" pid="5" name="MSIP_Label_9043f10a-881e-4653-a55e-02ca2cc829dc_Name">
    <vt:lpwstr>ADC_class_200</vt:lpwstr>
  </property>
  <property fmtid="{D5CDD505-2E9C-101B-9397-08002B2CF9AE}" pid="6" name="MSIP_Label_9043f10a-881e-4653-a55e-02ca2cc829dc_SiteId">
    <vt:lpwstr>94cfddbc-0627-494a-ad7a-29aea3aea832</vt:lpwstr>
  </property>
  <property fmtid="{D5CDD505-2E9C-101B-9397-08002B2CF9AE}" pid="7" name="MSIP_Label_9043f10a-881e-4653-a55e-02ca2cc829dc_ActionId">
    <vt:lpwstr>2ce9645e-423e-4b5f-b8c5-0c3b405064f5</vt:lpwstr>
  </property>
  <property fmtid="{D5CDD505-2E9C-101B-9397-08002B2CF9AE}" pid="8" name="MSIP_Label_9043f10a-881e-4653-a55e-02ca2cc829dc_ContentBits">
    <vt:lpwstr>0</vt:lpwstr>
  </property>
  <property fmtid="{D5CDD505-2E9C-101B-9397-08002B2CF9AE}" pid="9" name="MSIP_Label_9043f10a-881e-4653-a55e-02ca2cc829dc_Tag">
    <vt:lpwstr>10, 3, 0, 1</vt:lpwstr>
  </property>
</Properties>
</file>