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4F7"/>
    <a:srgbClr val="705F44"/>
    <a:srgbClr val="A08963"/>
    <a:srgbClr val="C9B194"/>
    <a:srgbClr val="4C412E"/>
    <a:srgbClr val="6D5D43"/>
    <a:srgbClr val="EDE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95D769-D340-4E22-9851-6B0D9007CDE1}" v="1" dt="2025-11-19T20:39:30.0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rice Brewer" userId="ee71cd19-29ec-4785-b19c-cb9b15122852" providerId="ADAL" clId="{804477C8-C36E-4187-8C9B-252A280A4358}"/>
    <pc:docChg chg="undo custSel modSld">
      <pc:chgData name="Maurice Brewer" userId="ee71cd19-29ec-4785-b19c-cb9b15122852" providerId="ADAL" clId="{804477C8-C36E-4187-8C9B-252A280A4358}" dt="2025-11-19T20:40:40.207" v="26" actId="14861"/>
      <pc:docMkLst>
        <pc:docMk/>
      </pc:docMkLst>
      <pc:sldChg chg="addSp modSp mod">
        <pc:chgData name="Maurice Brewer" userId="ee71cd19-29ec-4785-b19c-cb9b15122852" providerId="ADAL" clId="{804477C8-C36E-4187-8C9B-252A280A4358}" dt="2025-11-19T20:40:40.207" v="26" actId="14861"/>
        <pc:sldMkLst>
          <pc:docMk/>
          <pc:sldMk cId="714155635" sldId="256"/>
        </pc:sldMkLst>
        <pc:spChg chg="add mod">
          <ac:chgData name="Maurice Brewer" userId="ee71cd19-29ec-4785-b19c-cb9b15122852" providerId="ADAL" clId="{804477C8-C36E-4187-8C9B-252A280A4358}" dt="2025-11-19T20:40:40.207" v="26" actId="14861"/>
          <ac:spMkLst>
            <pc:docMk/>
            <pc:sldMk cId="714155635" sldId="256"/>
            <ac:spMk id="26" creationId="{CD73A271-A1EC-2888-58D1-98CD24D63689}"/>
          </ac:spMkLst>
        </pc:spChg>
        <pc:spChg chg="add mod ord">
          <ac:chgData name="Maurice Brewer" userId="ee71cd19-29ec-4785-b19c-cb9b15122852" providerId="ADAL" clId="{804477C8-C36E-4187-8C9B-252A280A4358}" dt="2025-11-19T20:40:18.526" v="22" actId="171"/>
          <ac:spMkLst>
            <pc:docMk/>
            <pc:sldMk cId="714155635" sldId="256"/>
            <ac:spMk id="27" creationId="{82052789-78CB-AEF9-0B2F-3ECB44ECD9A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CA848-ABC7-7EC0-1C66-6C716D6C2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26C711-87AB-DA64-7074-B5EE41AC75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F931E-FC01-0212-E88E-5F243C3B3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64BA-751F-4906-8423-170D9BA87CC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A2A1C-F01F-8F67-EFC5-0EBDE171B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DF2B0-E8D4-0DF9-BBF8-E8B54756D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D68CC-99B4-4F70-AAAF-E84A3447C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911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FE2EA-8663-72AB-1D90-7B48C1E33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3E5EF-2D88-9944-BF81-F50F3E327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8091D-BDE2-201B-988E-DEC57803C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64BA-751F-4906-8423-170D9BA87CC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67A57-670D-6AEC-61DF-5FDD5D2E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9D1DF-5F22-4510-6D21-5ACDC9F56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D68CC-99B4-4F70-AAAF-E84A3447C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052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EDF0C-0D99-DD69-F1E2-2B14FEC83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6E022-1912-0614-6D45-7DCAD9538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CF9F6-8DE6-DCF6-8BD3-AC9C691E2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64BA-751F-4906-8423-170D9BA87CC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CB393-89B3-E624-678D-FD0435D5B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2D0C6-BECD-A585-6FE4-BCE4B38D9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D68CC-99B4-4F70-AAAF-E84A3447C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18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E6254-0071-13B8-A709-4DA594160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C56EA-F6B1-1327-6139-C63B2B594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1626C-A16B-CB74-CEAE-55F094401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873B6-EE35-146E-A160-1407BD017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64BA-751F-4906-8423-170D9BA87CC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06725-7D06-2AFD-402D-FBB8A44E1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D8AAC2-CFB2-2405-100A-1EC3E8340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D68CC-99B4-4F70-AAAF-E84A3447C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552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A07E8-3C69-FF8F-1BAD-8620A89A2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3BDC1-3765-68A0-3CAE-DA4ABD999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8D4EE-A469-A504-CDB9-F392C72ED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038A6F-D149-0975-E827-7CDDFBD839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A79CC-6A5E-CB03-8FB4-A362041698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4E4C06-F1EC-6B25-FC48-574555F77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64BA-751F-4906-8423-170D9BA87CC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513C62-EB3E-0777-68C3-3C6F820C0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863035-312B-009B-E4E1-F979C2559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D68CC-99B4-4F70-AAAF-E84A3447C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47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2A497-3817-17E2-862B-43F75C489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2E9540-0139-46FC-2316-78E41CE57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64BA-751F-4906-8423-170D9BA87CC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65C36-B918-B7C5-DF73-9CE3F7C69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6DB01F-1433-B3C3-FDBA-F7514CD6B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D68CC-99B4-4F70-AAAF-E84A3447C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40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7CFD6B-A025-5A77-43D7-712A62FDA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64BA-751F-4906-8423-170D9BA87CC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EEA860-B655-EB9F-50AB-8F2E6A556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A6767-2C49-5A7B-ECAB-EDAE3BBB7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D68CC-99B4-4F70-AAAF-E84A3447C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10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E9DEC-5389-D30B-2A1D-6A09892E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D2DB3-517D-9738-C124-9D8366583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043964-50C9-46CC-8741-24E502829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F057B-1644-9876-5F8A-053BF32B8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64BA-751F-4906-8423-170D9BA87CC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D0207-E78F-20BF-A257-25C64E38C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31E48-D906-2B52-2959-063857BCC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D68CC-99B4-4F70-AAAF-E84A3447C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38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F5E03-445F-3B74-F731-CDDDAA28B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D2F91-D1F2-572B-428E-F5B58F8853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118B6E-29A6-9CBB-4224-4DE610B29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92140-90A7-20C2-17FC-4E5DE14D3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64BA-751F-4906-8423-170D9BA87CC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B107B-B3F8-A6D8-32E6-3A9C6AF2A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3746F2-F79F-587B-8E98-C63DDA3A5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D68CC-99B4-4F70-AAAF-E84A3447C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89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7C156-911D-0A4F-AD3D-4081C11E1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509845-32E5-3744-6896-5C4C6695E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139B3-AA9A-D2C8-11A5-31ADD3275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64BA-751F-4906-8423-170D9BA87CC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8A6FC-5EC5-598C-F2DF-D2222D015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BAB59-20D3-ACC7-45F5-D0A2364BA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D68CC-99B4-4F70-AAAF-E84A3447C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10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90D974-14E4-2CFC-BDA5-56CA09C5EB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52C2A3-DA54-7131-1E4D-14CB49AEF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86180-8CD6-73AF-F44A-BAD8EF7D4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64BA-751F-4906-8423-170D9BA87CC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CE5C4-BB88-5CAE-C863-9346D59E5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27731-0227-FFB3-0D6C-DA7225181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D68CC-99B4-4F70-AAAF-E84A3447C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899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C41D46-9329-8853-4997-A4CBEFA88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A7A89-111B-86CB-F1A0-FFB995BED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45681-28A8-B21E-A214-99D8FA9B9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7C64BA-751F-4906-8423-170D9BA87CC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AA54D-FD72-4384-6419-85E633F985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BF347-67F3-2C70-EE08-EE6362EA3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ED68CC-99B4-4F70-AAAF-E84A3447C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327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9042A6-3675-86B1-6C8F-DA9F2747469E}"/>
              </a:ext>
            </a:extLst>
          </p:cNvPr>
          <p:cNvSpPr/>
          <p:nvPr/>
        </p:nvSpPr>
        <p:spPr>
          <a:xfrm>
            <a:off x="1805443" y="397764"/>
            <a:ext cx="10030968" cy="6062472"/>
          </a:xfrm>
          <a:prstGeom prst="roundRect">
            <a:avLst>
              <a:gd name="adj" fmla="val 5053"/>
            </a:avLst>
          </a:prstGeom>
          <a:solidFill>
            <a:srgbClr val="F3F4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822DBF2-C7C8-0CE0-8349-F6E0751A5F75}"/>
              </a:ext>
            </a:extLst>
          </p:cNvPr>
          <p:cNvGrpSpPr/>
          <p:nvPr/>
        </p:nvGrpSpPr>
        <p:grpSpPr>
          <a:xfrm>
            <a:off x="5313749" y="1568043"/>
            <a:ext cx="1800000" cy="1260000"/>
            <a:chOff x="3063240" y="1747151"/>
            <a:chExt cx="1800000" cy="12600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C7F6985-05DF-AFBF-859C-8C7052223C04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AE9474D-3735-3556-2B70-6B6ED6FBC1AB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gradFill>
              <a:gsLst>
                <a:gs pos="0">
                  <a:srgbClr val="EDEEF3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75B0BB6-7F1B-A13C-967F-B18E89943068}"/>
              </a:ext>
            </a:extLst>
          </p:cNvPr>
          <p:cNvGrpSpPr/>
          <p:nvPr/>
        </p:nvGrpSpPr>
        <p:grpSpPr>
          <a:xfrm>
            <a:off x="7535506" y="1568043"/>
            <a:ext cx="1800000" cy="1260000"/>
            <a:chOff x="3063240" y="1747151"/>
            <a:chExt cx="1800000" cy="12600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B4BB016-0DCC-65A4-8D22-AA16D464DF1A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3A1A3C0-BA66-1105-46A2-C630B28C5D0F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gradFill>
              <a:gsLst>
                <a:gs pos="0">
                  <a:srgbClr val="EDEEF3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5CAF61A-E649-E2F2-E2D3-F62CBCB0BC1D}"/>
              </a:ext>
            </a:extLst>
          </p:cNvPr>
          <p:cNvGrpSpPr/>
          <p:nvPr/>
        </p:nvGrpSpPr>
        <p:grpSpPr>
          <a:xfrm>
            <a:off x="9757263" y="1568043"/>
            <a:ext cx="1800000" cy="1260000"/>
            <a:chOff x="3063240" y="1747151"/>
            <a:chExt cx="1800000" cy="12600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DE163B2A-7210-845A-4534-6A3E8E739818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2056140-708D-A73A-9088-ED6A88865483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gradFill>
              <a:gsLst>
                <a:gs pos="0">
                  <a:srgbClr val="EDEEF3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24DAFC4-27D4-AA2D-DB02-3700BF9D395A}"/>
              </a:ext>
            </a:extLst>
          </p:cNvPr>
          <p:cNvGrpSpPr/>
          <p:nvPr/>
        </p:nvGrpSpPr>
        <p:grpSpPr>
          <a:xfrm>
            <a:off x="3091992" y="1568043"/>
            <a:ext cx="1800000" cy="1260000"/>
            <a:chOff x="3063240" y="1747151"/>
            <a:chExt cx="1800000" cy="12600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DC20C6D-FB59-CC28-4AF2-4E16A66829A5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91256E9-377A-E368-1D52-592283985326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gradFill>
              <a:gsLst>
                <a:gs pos="0">
                  <a:srgbClr val="EDEEF3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F2EB6AA-1748-AC94-4DC6-81416AE02B62}"/>
              </a:ext>
            </a:extLst>
          </p:cNvPr>
          <p:cNvGrpSpPr/>
          <p:nvPr/>
        </p:nvGrpSpPr>
        <p:grpSpPr>
          <a:xfrm>
            <a:off x="3091992" y="3043964"/>
            <a:ext cx="8465271" cy="3200350"/>
            <a:chOff x="3063240" y="1747151"/>
            <a:chExt cx="1800000" cy="126000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A036526-FD7C-65CF-F6A2-C71492CF2A81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D2053C6-17AB-3C56-8AB1-80235ABBCD02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gradFill>
              <a:gsLst>
                <a:gs pos="0">
                  <a:srgbClr val="EDEEF3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BA28B7C-D81F-7C98-0B9E-0FD1363C72E3}"/>
              </a:ext>
            </a:extLst>
          </p:cNvPr>
          <p:cNvGrpSpPr/>
          <p:nvPr/>
        </p:nvGrpSpPr>
        <p:grpSpPr>
          <a:xfrm>
            <a:off x="613262" y="150829"/>
            <a:ext cx="2126603" cy="6523348"/>
            <a:chOff x="3063240" y="1747151"/>
            <a:chExt cx="1800000" cy="1260000"/>
          </a:xfrm>
          <a:gradFill flip="none" rotWithShape="1">
            <a:gsLst>
              <a:gs pos="0">
                <a:srgbClr val="C9B194"/>
              </a:gs>
              <a:gs pos="80000">
                <a:srgbClr val="705F44"/>
              </a:gs>
            </a:gsLst>
            <a:lin ang="5400000" scaled="1"/>
            <a:tileRect/>
          </a:gradFill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BA073D4-0106-1419-C5A3-98BD45E6F3A0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grpFill/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0E32177-AB8F-3AE4-8EF0-FD90599EF367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grpFill/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3622823-D177-28D4-363F-A987966CA0E6}"/>
              </a:ext>
            </a:extLst>
          </p:cNvPr>
          <p:cNvGrpSpPr/>
          <p:nvPr/>
        </p:nvGrpSpPr>
        <p:grpSpPr>
          <a:xfrm>
            <a:off x="3098276" y="613686"/>
            <a:ext cx="6237229" cy="585984"/>
            <a:chOff x="3063240" y="1747151"/>
            <a:chExt cx="1800000" cy="126000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AB48EB85-D58C-7D6B-1010-AD3AF32E5F6B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2D205B6-609D-4DBD-3680-672F50FBA797}"/>
                </a:ext>
              </a:extLst>
            </p:cNvPr>
            <p:cNvSpPr/>
            <p:nvPr/>
          </p:nvSpPr>
          <p:spPr>
            <a:xfrm>
              <a:off x="3063240" y="1747151"/>
              <a:ext cx="1800000" cy="1260000"/>
            </a:xfrm>
            <a:prstGeom prst="roundRect">
              <a:avLst/>
            </a:prstGeom>
            <a:gradFill>
              <a:gsLst>
                <a:gs pos="0">
                  <a:srgbClr val="EDEEF3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Oval 26">
            <a:extLst>
              <a:ext uri="{FF2B5EF4-FFF2-40B4-BE49-F238E27FC236}">
                <a16:creationId xmlns:a16="http://schemas.microsoft.com/office/drawing/2014/main" id="{82052789-78CB-AEF9-0B2F-3ECB44ECD9AA}"/>
              </a:ext>
            </a:extLst>
          </p:cNvPr>
          <p:cNvSpPr/>
          <p:nvPr/>
        </p:nvSpPr>
        <p:spPr>
          <a:xfrm>
            <a:off x="450050" y="774951"/>
            <a:ext cx="2406444" cy="240644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127000" dist="1270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D73A271-A1EC-2888-58D1-98CD24D63689}"/>
              </a:ext>
            </a:extLst>
          </p:cNvPr>
          <p:cNvSpPr/>
          <p:nvPr/>
        </p:nvSpPr>
        <p:spPr>
          <a:xfrm>
            <a:off x="450050" y="774951"/>
            <a:ext cx="2406444" cy="2406444"/>
          </a:xfrm>
          <a:prstGeom prst="ellipse">
            <a:avLst/>
          </a:prstGeom>
          <a:solidFill>
            <a:srgbClr val="F3F4F7"/>
          </a:solidFill>
          <a:ln>
            <a:noFill/>
          </a:ln>
          <a:effectLst>
            <a:outerShdw blurRad="190500" dist="1905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155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Maurice Brewer</dc:creator>
  <cp:lastModifiedBy>Maurice Brewer</cp:lastModifiedBy>
  <cp:revision>1</cp:revision>
  <dcterms:created xsi:type="dcterms:W3CDTF">2025-11-19T15:50:34Z</dcterms:created>
  <dcterms:modified xsi:type="dcterms:W3CDTF">2025-11-19T20:40:45Z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043f10a-881e-4653-a55e-02ca2cc829dc_Enabled">
    <vt:lpwstr>true</vt:lpwstr>
  </property>
  <property fmtid="{D5CDD505-2E9C-101B-9397-08002B2CF9AE}" pid="3" name="MSIP_Label_9043f10a-881e-4653-a55e-02ca2cc829dc_SetDate">
    <vt:lpwstr>2025-11-19T20:36:16Z</vt:lpwstr>
  </property>
  <property fmtid="{D5CDD505-2E9C-101B-9397-08002B2CF9AE}" pid="4" name="MSIP_Label_9043f10a-881e-4653-a55e-02ca2cc829dc_Method">
    <vt:lpwstr>Standard</vt:lpwstr>
  </property>
  <property fmtid="{D5CDD505-2E9C-101B-9397-08002B2CF9AE}" pid="5" name="MSIP_Label_9043f10a-881e-4653-a55e-02ca2cc829dc_Name">
    <vt:lpwstr>ADC_class_200</vt:lpwstr>
  </property>
  <property fmtid="{D5CDD505-2E9C-101B-9397-08002B2CF9AE}" pid="6" name="MSIP_Label_9043f10a-881e-4653-a55e-02ca2cc829dc_SiteId">
    <vt:lpwstr>94cfddbc-0627-494a-ad7a-29aea3aea832</vt:lpwstr>
  </property>
  <property fmtid="{D5CDD505-2E9C-101B-9397-08002B2CF9AE}" pid="7" name="MSIP_Label_9043f10a-881e-4653-a55e-02ca2cc829dc_ActionId">
    <vt:lpwstr>c6f4bba3-28d2-4493-82e8-651cd72fad0b</vt:lpwstr>
  </property>
  <property fmtid="{D5CDD505-2E9C-101B-9397-08002B2CF9AE}" pid="8" name="MSIP_Label_9043f10a-881e-4653-a55e-02ca2cc829dc_ContentBits">
    <vt:lpwstr>0</vt:lpwstr>
  </property>
  <property fmtid="{D5CDD505-2E9C-101B-9397-08002B2CF9AE}" pid="9" name="MSIP_Label_9043f10a-881e-4653-a55e-02ca2cc829dc_Tag">
    <vt:lpwstr>10, 3, 0, 1</vt:lpwstr>
  </property>
</Properties>
</file>